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6" r:id="rId1"/>
    <p:sldMasterId id="2147483690" r:id="rId2"/>
    <p:sldMasterId id="2147483696" r:id="rId3"/>
  </p:sldMasterIdLst>
  <p:notesMasterIdLst>
    <p:notesMasterId r:id="rId14"/>
  </p:notesMasterIdLst>
  <p:sldIdLst>
    <p:sldId id="383" r:id="rId4"/>
    <p:sldId id="342" r:id="rId5"/>
    <p:sldId id="396" r:id="rId6"/>
    <p:sldId id="345" r:id="rId7"/>
    <p:sldId id="387" r:id="rId8"/>
    <p:sldId id="366" r:id="rId9"/>
    <p:sldId id="310" r:id="rId10"/>
    <p:sldId id="318" r:id="rId11"/>
    <p:sldId id="312" r:id="rId12"/>
    <p:sldId id="351" r:id="rId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4">
          <p15:clr>
            <a:srgbClr val="A4A3A4"/>
          </p15:clr>
        </p15:guide>
        <p15:guide id="2" orient="horz" pos="4156">
          <p15:clr>
            <a:srgbClr val="A4A3A4"/>
          </p15:clr>
        </p15:guide>
        <p15:guide id="3" orient="horz" pos="4065">
          <p15:clr>
            <a:srgbClr val="A4A3A4"/>
          </p15:clr>
        </p15:guide>
        <p15:guide id="4" orient="horz" pos="799">
          <p15:clr>
            <a:srgbClr val="A4A3A4"/>
          </p15:clr>
        </p15:guide>
        <p15:guide id="5" orient="horz" pos="1162">
          <p15:clr>
            <a:srgbClr val="A4A3A4"/>
          </p15:clr>
        </p15:guide>
        <p15:guide id="6" pos="158">
          <p15:clr>
            <a:srgbClr val="A4A3A4"/>
          </p15:clr>
        </p15:guide>
        <p15:guide id="7" pos="5615">
          <p15:clr>
            <a:srgbClr val="A4A3A4"/>
          </p15:clr>
        </p15:guide>
        <p15:guide id="8" pos="4967">
          <p15:clr>
            <a:srgbClr val="A4A3A4"/>
          </p15:clr>
        </p15:guide>
        <p15:guide id="9" pos="11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CD23"/>
    <a:srgbClr val="DA4D5C"/>
    <a:srgbClr val="ED2B42"/>
    <a:srgbClr val="FCDB95"/>
    <a:srgbClr val="DCDDDE"/>
    <a:srgbClr val="009900"/>
    <a:srgbClr val="0000CC"/>
    <a:srgbClr val="66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17" autoAdjust="0"/>
    <p:restoredTop sz="80404" autoAdjust="0"/>
  </p:normalViewPr>
  <p:slideViewPr>
    <p:cSldViewPr>
      <p:cViewPr varScale="1">
        <p:scale>
          <a:sx n="127" d="100"/>
          <a:sy n="127" d="100"/>
        </p:scale>
        <p:origin x="1320" y="192"/>
      </p:cViewPr>
      <p:guideLst>
        <p:guide orient="horz" pos="164"/>
        <p:guide orient="horz" pos="4156"/>
        <p:guide orient="horz" pos="4065"/>
        <p:guide orient="horz" pos="799"/>
        <p:guide orient="horz" pos="1162"/>
        <p:guide pos="158"/>
        <p:guide pos="5615"/>
        <p:guide pos="4967"/>
        <p:guide pos="11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C67AC849-19F6-4005-B03B-2E5B11541F5D}" type="datetimeFigureOut">
              <a:rPr lang="en-US"/>
              <a:pPr>
                <a:defRPr/>
              </a:pPr>
              <a:t>5/8/25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7F095C4C-A269-498F-B608-25A42E521BF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2083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AU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615442F-588A-4C2C-9CD0-BAB78264B88C}" type="slidenum">
              <a:rPr lang="en-A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A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723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 userDrawn="1"/>
        </p:nvSpPr>
        <p:spPr bwMode="black">
          <a:xfrm flipH="1">
            <a:off x="928688" y="260350"/>
            <a:ext cx="8001000" cy="954088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AU"/>
          </a:p>
        </p:txBody>
      </p:sp>
      <p:sp>
        <p:nvSpPr>
          <p:cNvPr id="10" name="Rectangle 9"/>
          <p:cNvSpPr/>
          <p:nvPr userDrawn="1"/>
        </p:nvSpPr>
        <p:spPr bwMode="white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ltGray">
          <a:xfrm>
            <a:off x="1071563" y="0"/>
            <a:ext cx="8072437" cy="5786438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56332" name="Title Placeholder 1"/>
          <p:cNvSpPr>
            <a:spLocks noGrp="1"/>
          </p:cNvSpPr>
          <p:nvPr>
            <p:ph type="ctrTitle"/>
          </p:nvPr>
        </p:nvSpPr>
        <p:spPr bwMode="black">
          <a:xfrm>
            <a:off x="1331913" y="260350"/>
            <a:ext cx="7581900" cy="1081088"/>
          </a:xfrm>
        </p:spPr>
        <p:txBody>
          <a:bodyPr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56333" name="Text Placeholder 2"/>
          <p:cNvSpPr>
            <a:spLocks noGrp="1"/>
          </p:cNvSpPr>
          <p:nvPr>
            <p:ph type="subTitle" idx="1"/>
          </p:nvPr>
        </p:nvSpPr>
        <p:spPr bwMode="black">
          <a:xfrm>
            <a:off x="1331913" y="1341438"/>
            <a:ext cx="7581900" cy="503237"/>
          </a:xfrm>
        </p:spPr>
        <p:txBody>
          <a:bodyPr lIns="90000"/>
          <a:lstStyle>
            <a:lvl1pPr marL="0" indent="0">
              <a:buFont typeface="Arial" charset="0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4" name="Rectangle 13"/>
          <p:cNvSpPr>
            <a:spLocks noChangeArrowheads="1"/>
          </p:cNvSpPr>
          <p:nvPr userDrawn="1"/>
        </p:nvSpPr>
        <p:spPr bwMode="ltGray">
          <a:xfrm>
            <a:off x="1071563" y="4200525"/>
            <a:ext cx="2303462" cy="2303463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1090613" y="4219575"/>
            <a:ext cx="226695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charset="0"/>
              <a:buNone/>
            </a:pPr>
            <a:r>
              <a:rPr lang="en-US" sz="1200" dirty="0"/>
              <a:t>FACULTY OF</a:t>
            </a:r>
            <a:br>
              <a:rPr lang="en-US" sz="1200" dirty="0"/>
            </a:br>
            <a:r>
              <a:rPr lang="en-US" sz="1200" dirty="0"/>
              <a:t>ENGINEERING</a:t>
            </a:r>
          </a:p>
        </p:txBody>
      </p:sp>
    </p:spTree>
  </p:cSld>
  <p:clrMapOvr>
    <a:masterClrMapping/>
  </p:clrMapOvr>
  <p:transition>
    <p:pull dir="r"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6" y="428625"/>
            <a:ext cx="8662988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15C958E-F62C-4427-BED2-9F2AD66C62E6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088EBFD-2719-4D5B-876A-23461AAFC24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6" y="428625"/>
            <a:ext cx="8662988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357313"/>
            <a:ext cx="42545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357313"/>
            <a:ext cx="4256088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ED5713E-7A65-426C-8722-E41458A6066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249C794-EA7E-45BB-A3B3-2C2DF2585BB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28625"/>
            <a:ext cx="8662293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23C56F3-CB51-44FC-B5BD-A13B9C64DB2D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C34665D-04FA-42E6-97B2-B78037A2A84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786BFA-43B5-4915-91D5-D9EABB71ABF1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04B6A7-9496-437D-8CDE-1F297D3DA6E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826" y="428625"/>
            <a:ext cx="8662988" cy="6334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B1E4C1B-89FA-4762-B603-3FB06F7CFCC3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8463" y="428625"/>
            <a:ext cx="2165350" cy="602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825" y="428625"/>
            <a:ext cx="6345238" cy="6024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33A4029-3F5F-424F-BEA0-687F10274E0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6" name="Picture 9" descr="lecture_theatre.jpg"/>
          <p:cNvPicPr>
            <a:picLocks noChangeAspect="1"/>
          </p:cNvPicPr>
          <p:nvPr userDrawn="1"/>
        </p:nvPicPr>
        <p:blipFill>
          <a:blip r:embed="rId2" cstate="print"/>
          <a:srcRect l="12701" t="6534" r="6001" b="13710"/>
          <a:stretch>
            <a:fillRect/>
          </a:stretch>
        </p:blipFill>
        <p:spPr bwMode="auto">
          <a:xfrm>
            <a:off x="0" y="3357563"/>
            <a:ext cx="9142413" cy="350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>
            <a:spLocks noChangeArrowheads="1"/>
          </p:cNvSpPr>
          <p:nvPr userDrawn="1"/>
        </p:nvSpPr>
        <p:spPr bwMode="ltGray">
          <a:xfrm>
            <a:off x="0" y="0"/>
            <a:ext cx="9144000" cy="3429000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62473" name="Title Placeholder 1"/>
          <p:cNvSpPr>
            <a:spLocks noGrp="1"/>
          </p:cNvSpPr>
          <p:nvPr>
            <p:ph type="ctrTitle"/>
          </p:nvPr>
        </p:nvSpPr>
        <p:spPr bwMode="black">
          <a:xfrm>
            <a:off x="250825" y="260350"/>
            <a:ext cx="8662988" cy="1081088"/>
          </a:xfrm>
        </p:spPr>
        <p:txBody>
          <a:bodyPr/>
          <a:lstStyle>
            <a:lvl1pPr algn="l">
              <a:lnSpc>
                <a:spcPct val="90000"/>
              </a:lnSpc>
              <a:defRPr sz="36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62474" name="Text Placeholder 2"/>
          <p:cNvSpPr>
            <a:spLocks noGrp="1"/>
          </p:cNvSpPr>
          <p:nvPr>
            <p:ph type="subTitle" idx="1"/>
          </p:nvPr>
        </p:nvSpPr>
        <p:spPr bwMode="black">
          <a:xfrm>
            <a:off x="250825" y="1341438"/>
            <a:ext cx="8662988" cy="503237"/>
          </a:xfrm>
        </p:spPr>
        <p:txBody>
          <a:bodyPr lIns="90000"/>
          <a:lstStyle>
            <a:lvl1pPr marL="0" indent="0">
              <a:buFont typeface="Arial" charset="0"/>
              <a:buNone/>
              <a:defRPr/>
            </a:lvl1pPr>
          </a:lstStyle>
          <a:p>
            <a:r>
              <a:rPr lang="en-AU"/>
              <a:t>Click to edit Master subtitle style</a:t>
            </a:r>
          </a:p>
        </p:txBody>
      </p:sp>
      <p:sp>
        <p:nvSpPr>
          <p:cNvPr id="14" name="Rectangle 13"/>
          <p:cNvSpPr>
            <a:spLocks noChangeArrowheads="1"/>
          </p:cNvSpPr>
          <p:nvPr userDrawn="1"/>
        </p:nvSpPr>
        <p:spPr bwMode="invGray">
          <a:xfrm>
            <a:off x="1071563" y="4200525"/>
            <a:ext cx="2303462" cy="2303463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1090613" y="4219575"/>
            <a:ext cx="226695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/>
              </a:buClr>
              <a:buFont typeface="Arial" charset="0"/>
              <a:buNone/>
            </a:pPr>
            <a:r>
              <a:rPr lang="en-US" sz="1200" dirty="0"/>
              <a:t>FACULTY OF</a:t>
            </a:r>
            <a:br>
              <a:rPr lang="en-US" sz="1200" dirty="0"/>
            </a:br>
            <a:r>
              <a:rPr lang="en-US" sz="1200" dirty="0"/>
              <a:t>ENGINEERING</a:t>
            </a:r>
          </a:p>
        </p:txBody>
      </p:sp>
    </p:spTree>
  </p:cSld>
  <p:clrMapOvr>
    <a:masterClrMapping/>
  </p:clrMapOvr>
  <p:transition>
    <p:pull dir="r"/>
  </p:transition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CAB187F-3B88-431B-B2AC-0056425A5D8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62B3CDA-1FF0-4D37-8902-D7DA16A4493A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357313"/>
            <a:ext cx="42545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357313"/>
            <a:ext cx="4256088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F93DF4C-0FAF-44E1-AF80-F5F32603DC9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0B5EB9-22FA-4548-967D-4FA52B89D910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C4702A-60D6-4C6B-BD8F-D89A4C94729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A4E9A1-3F59-4AD6-AD24-F90C9461FA7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F91DA-57B7-4138-B53F-CABB7A35EDD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8A3C57-EF48-4F40-A532-BA73F249FBA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0F2067-C36F-4EF5-B99D-9752818D0A1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8463" y="428625"/>
            <a:ext cx="2165350" cy="602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825" y="428625"/>
            <a:ext cx="6345238" cy="6024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9368ECD-2EE0-45EB-B94C-41C290E034E9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 userDrawn="1"/>
        </p:nvSpPr>
        <p:spPr bwMode="ltGray"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en-AU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 bwMode="white">
          <a:xfrm flipH="1">
            <a:off x="0" y="5715000"/>
            <a:ext cx="9144000" cy="1143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/>
          </a:p>
        </p:txBody>
      </p:sp>
      <p:sp>
        <p:nvSpPr>
          <p:cNvPr id="68617" name="Title Placeholder 1"/>
          <p:cNvSpPr>
            <a:spLocks noGrp="1"/>
          </p:cNvSpPr>
          <p:nvPr>
            <p:ph type="ctrTitle"/>
          </p:nvPr>
        </p:nvSpPr>
        <p:spPr bwMode="black">
          <a:xfrm>
            <a:off x="250825" y="1844675"/>
            <a:ext cx="7634288" cy="792163"/>
          </a:xfrm>
        </p:spPr>
        <p:txBody>
          <a:bodyPr anchor="ctr"/>
          <a:lstStyle>
            <a:lvl1pPr algn="l">
              <a:defRPr sz="2800"/>
            </a:lvl1pPr>
          </a:lstStyle>
          <a:p>
            <a:r>
              <a:rPr lang="en-AU"/>
              <a:t>Click to edit Master title style</a:t>
            </a:r>
          </a:p>
        </p:txBody>
      </p:sp>
      <p:sp>
        <p:nvSpPr>
          <p:cNvPr id="68627" name="Rectangle 19"/>
          <p:cNvSpPr>
            <a:spLocks noGrp="1" noChangeArrowheads="1"/>
          </p:cNvSpPr>
          <p:nvPr>
            <p:ph type="subTitle" sz="quarter" idx="1"/>
          </p:nvPr>
        </p:nvSpPr>
        <p:spPr bwMode="black">
          <a:xfrm>
            <a:off x="7885113" y="1844675"/>
            <a:ext cx="1028700" cy="792163"/>
          </a:xfrm>
        </p:spPr>
        <p:txBody>
          <a:bodyPr lIns="91440"/>
          <a:lstStyle>
            <a:lvl1pPr marL="0" indent="0" algn="r">
              <a:buFont typeface="Arial" charset="0"/>
              <a:buNone/>
              <a:defRPr sz="4000" b="1"/>
            </a:lvl1pPr>
          </a:lstStyle>
          <a:p>
            <a:r>
              <a:rPr lang="en-AU"/>
              <a:t>#</a:t>
            </a:r>
          </a:p>
        </p:txBody>
      </p:sp>
      <p:sp>
        <p:nvSpPr>
          <p:cNvPr id="15" name="Rectangle 14"/>
          <p:cNvSpPr>
            <a:spLocks noChangeArrowheads="1"/>
          </p:cNvSpPr>
          <p:nvPr userDrawn="1"/>
        </p:nvSpPr>
        <p:spPr bwMode="invGray">
          <a:xfrm>
            <a:off x="854075" y="5248275"/>
            <a:ext cx="1360488" cy="1358900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>
    <p:pull dir="r"/>
  </p:transition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721748F-8A5B-4697-976E-C4F001CCC4C4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5C09E00-CBCC-4CFA-84B7-D67B9FA142C2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0825" y="1357313"/>
            <a:ext cx="4254500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725" y="1357313"/>
            <a:ext cx="4256088" cy="5095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3464BF4-A777-42CB-A0EC-4AB935B0A42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8F71BE3-0BB0-49DF-83B9-EEAE90C85178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B2881D-72A9-4693-AC14-73A618672982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D215E4B-A19F-40DB-B0C1-1876FFF5B0B5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153BE9A-29C3-4007-A896-9BB9E489849F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91422E-0723-4865-A87B-86F503C7374B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FD3FCD4-9CFD-4429-BCC7-475FAFE3E307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8463" y="428625"/>
            <a:ext cx="2165350" cy="6024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0825" y="428625"/>
            <a:ext cx="6345238" cy="6024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1CBE89-3739-4BC8-9ABD-E7EE1B42583E}" type="slidenum">
              <a:rPr lang="en-AU"/>
              <a:pPr/>
              <a:t>‹#›</a:t>
            </a:fld>
            <a:endParaRPr lang="en-AU"/>
          </a:p>
        </p:txBody>
      </p:sp>
    </p:spTree>
  </p:cSld>
  <p:clrMapOvr>
    <a:masterClrMapping/>
  </p:clrMapOvr>
  <p:transition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ltGray">
          <a:xfrm flipH="1">
            <a:off x="250825" y="260350"/>
            <a:ext cx="8678863" cy="954088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55299" name="Title Placeholder 1"/>
          <p:cNvSpPr>
            <a:spLocks noGrp="1"/>
          </p:cNvSpPr>
          <p:nvPr>
            <p:ph type="title"/>
          </p:nvPr>
        </p:nvSpPr>
        <p:spPr bwMode="auto">
          <a:xfrm>
            <a:off x="1873250" y="428625"/>
            <a:ext cx="7040563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TITLE, FONT IN ARIAL 24PT  [1 line only]</a:t>
            </a:r>
            <a:endParaRPr lang="en-AU"/>
          </a:p>
        </p:txBody>
      </p:sp>
      <p:sp>
        <p:nvSpPr>
          <p:cNvPr id="5530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57313"/>
            <a:ext cx="8662988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4575" y="6586538"/>
            <a:ext cx="249238" cy="2143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CE1126"/>
                </a:solidFill>
              </a:defRPr>
            </a:lvl1pPr>
          </a:lstStyle>
          <a:p>
            <a:fld id="{F4F90A38-9A51-4D76-9442-14E5AF6AE74C}" type="slidenum">
              <a:rPr lang="en-AU"/>
              <a:pPr/>
              <a:t>‹#›</a:t>
            </a:fld>
            <a:endParaRPr lang="en-AU"/>
          </a:p>
        </p:txBody>
      </p: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250825" y="6575425"/>
            <a:ext cx="8678863" cy="0"/>
          </a:xfrm>
          <a:prstGeom prst="line">
            <a:avLst/>
          </a:prstGeom>
          <a:noFill/>
          <a:ln w="28575" algn="ctr">
            <a:solidFill>
              <a:srgbClr val="CE1126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ransition>
    <p:pull dir="r"/>
  </p:transition>
  <p:hf hdr="0" ftr="0" dt="0"/>
  <p:txStyles>
    <p:titleStyle>
      <a:lvl1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2pPr>
      <a:lvl3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3pPr>
      <a:lvl4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4pPr>
      <a:lvl5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5pPr>
      <a:lvl6pPr marL="4572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6pPr>
      <a:lvl7pPr marL="9144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7pPr>
      <a:lvl8pPr marL="13716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8pPr>
      <a:lvl9pPr marL="18288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4625" indent="-174625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415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2pPr>
      <a:lvl3pPr marL="53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3pPr>
      <a:lvl4pPr marL="717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4pPr>
      <a:lvl5pPr marL="8953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5pPr>
      <a:lvl6pPr marL="1352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6pPr>
      <a:lvl7pPr marL="180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7pPr>
      <a:lvl8pPr marL="22669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8pPr>
      <a:lvl9pPr marL="27241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ltGray">
          <a:xfrm flipH="1">
            <a:off x="250825" y="260350"/>
            <a:ext cx="8678863" cy="954088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61443" name="Title Placeholder 1"/>
          <p:cNvSpPr>
            <a:spLocks noGrp="1"/>
          </p:cNvSpPr>
          <p:nvPr>
            <p:ph type="title"/>
          </p:nvPr>
        </p:nvSpPr>
        <p:spPr bwMode="auto">
          <a:xfrm>
            <a:off x="250826" y="428625"/>
            <a:ext cx="8662988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TITLE, FONT IN ARIAL 24PT  [1 line only]</a:t>
            </a:r>
            <a:endParaRPr lang="en-AU"/>
          </a:p>
        </p:txBody>
      </p:sp>
      <p:sp>
        <p:nvSpPr>
          <p:cNvPr id="614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57313"/>
            <a:ext cx="8662988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4575" y="6586538"/>
            <a:ext cx="249238" cy="2143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CE1126"/>
                </a:solidFill>
              </a:defRPr>
            </a:lvl1pPr>
          </a:lstStyle>
          <a:p>
            <a:fld id="{4FA1396B-571C-4F99-A55A-A349256ED496}" type="slidenum">
              <a:rPr lang="en-AU"/>
              <a:pPr/>
              <a:t>‹#›</a:t>
            </a:fld>
            <a:endParaRPr lang="en-AU"/>
          </a:p>
        </p:txBody>
      </p: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250825" y="6575425"/>
            <a:ext cx="8678863" cy="0"/>
          </a:xfrm>
          <a:prstGeom prst="line">
            <a:avLst/>
          </a:prstGeom>
          <a:noFill/>
          <a:ln w="28575" algn="ctr">
            <a:solidFill>
              <a:srgbClr val="CE1126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ransition>
    <p:pull dir="r"/>
  </p:transition>
  <p:hf hdr="0" ftr="0" dt="0"/>
  <p:txStyles>
    <p:titleStyle>
      <a:lvl1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2pPr>
      <a:lvl3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3pPr>
      <a:lvl4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4pPr>
      <a:lvl5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5pPr>
      <a:lvl6pPr marL="4572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6pPr>
      <a:lvl7pPr marL="9144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7pPr>
      <a:lvl8pPr marL="13716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8pPr>
      <a:lvl9pPr marL="18288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4625" indent="-174625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415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2pPr>
      <a:lvl3pPr marL="53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3pPr>
      <a:lvl4pPr marL="717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4pPr>
      <a:lvl5pPr marL="8953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5pPr>
      <a:lvl6pPr marL="1352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6pPr>
      <a:lvl7pPr marL="180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7pPr>
      <a:lvl8pPr marL="22669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8pPr>
      <a:lvl9pPr marL="27241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ltGray">
          <a:xfrm flipH="1">
            <a:off x="250825" y="260350"/>
            <a:ext cx="8678863" cy="954088"/>
          </a:xfrm>
          <a:prstGeom prst="rect">
            <a:avLst/>
          </a:prstGeom>
          <a:solidFill>
            <a:schemeClr val="accent1"/>
          </a:solidFill>
          <a:ln w="25400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AU">
              <a:solidFill>
                <a:schemeClr val="lt1"/>
              </a:solidFill>
              <a:latin typeface="+mn-lt"/>
              <a:cs typeface="+mn-cs"/>
            </a:endParaRPr>
          </a:p>
        </p:txBody>
      </p:sp>
      <p:sp>
        <p:nvSpPr>
          <p:cNvPr id="67587" name="Title Placeholder 1"/>
          <p:cNvSpPr>
            <a:spLocks noGrp="1"/>
          </p:cNvSpPr>
          <p:nvPr>
            <p:ph type="title"/>
          </p:nvPr>
        </p:nvSpPr>
        <p:spPr bwMode="auto">
          <a:xfrm>
            <a:off x="250826" y="428625"/>
            <a:ext cx="8662988" cy="63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TITLE, FONT IN ARIAL 24PT  [1 line only]</a:t>
            </a:r>
            <a:endParaRPr lang="en-AU"/>
          </a:p>
        </p:txBody>
      </p:sp>
      <p:sp>
        <p:nvSpPr>
          <p:cNvPr id="675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0825" y="1357313"/>
            <a:ext cx="8662988" cy="50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64575" y="6586538"/>
            <a:ext cx="249238" cy="214312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CE1126"/>
                </a:solidFill>
              </a:defRPr>
            </a:lvl1pPr>
          </a:lstStyle>
          <a:p>
            <a:fld id="{953B6709-D289-4DDC-8FED-2C797522CE5D}" type="slidenum">
              <a:rPr lang="en-AU"/>
              <a:pPr/>
              <a:t>‹#›</a:t>
            </a:fld>
            <a:endParaRPr lang="en-AU"/>
          </a:p>
        </p:txBody>
      </p:sp>
      <p:cxnSp>
        <p:nvCxnSpPr>
          <p:cNvPr id="24" name="Straight Connector 23"/>
          <p:cNvCxnSpPr>
            <a:cxnSpLocks noChangeShapeType="1"/>
          </p:cNvCxnSpPr>
          <p:nvPr/>
        </p:nvCxnSpPr>
        <p:spPr bwMode="auto">
          <a:xfrm>
            <a:off x="250825" y="6575425"/>
            <a:ext cx="8678863" cy="0"/>
          </a:xfrm>
          <a:prstGeom prst="line">
            <a:avLst/>
          </a:prstGeom>
          <a:noFill/>
          <a:ln w="28575" algn="ctr">
            <a:solidFill>
              <a:srgbClr val="CE1126"/>
            </a:solidFill>
            <a:round/>
            <a:headEnd/>
            <a:tailEnd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</p:sldLayoutIdLst>
  <p:transition>
    <p:pull dir="r"/>
  </p:transition>
  <p:hf hdr="0" ftr="0" dt="0"/>
  <p:txStyles>
    <p:titleStyle>
      <a:lvl1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2pPr>
      <a:lvl3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3pPr>
      <a:lvl4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4pPr>
      <a:lvl5pPr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5pPr>
      <a:lvl6pPr marL="4572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6pPr>
      <a:lvl7pPr marL="9144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7pPr>
      <a:lvl8pPr marL="13716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8pPr>
      <a:lvl9pPr marL="1828800" algn="r" rtl="0" fontAlgn="base">
        <a:lnSpc>
          <a:spcPts val="2500"/>
        </a:lnSpc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74625" indent="-174625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›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415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2pPr>
      <a:lvl3pPr marL="53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3pPr>
      <a:lvl4pPr marL="717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4pPr>
      <a:lvl5pPr marL="8953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5pPr>
      <a:lvl6pPr marL="13525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6pPr>
      <a:lvl7pPr marL="18097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7pPr>
      <a:lvl8pPr marL="22669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8pPr>
      <a:lvl9pPr marL="2724150" indent="-177800" algn="l" rtl="0" fontAlgn="base">
        <a:spcBef>
          <a:spcPts val="500"/>
        </a:spcBef>
        <a:spcAft>
          <a:spcPts val="500"/>
        </a:spcAft>
        <a:buClr>
          <a:srgbClr val="CE1126"/>
        </a:buClr>
        <a:buFont typeface="Arial" charset="0"/>
        <a:buChar char="-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6" name="Rectangle 10"/>
          <p:cNvSpPr>
            <a:spLocks noGrp="1"/>
          </p:cNvSpPr>
          <p:nvPr>
            <p:ph type="ctrTitle"/>
          </p:nvPr>
        </p:nvSpPr>
        <p:spPr>
          <a:xfrm>
            <a:off x="1331913" y="1347780"/>
            <a:ext cx="7581900" cy="1081088"/>
          </a:xfrm>
        </p:spPr>
        <p:txBody>
          <a:bodyPr>
            <a:normAutofit/>
          </a:bodyPr>
          <a:lstStyle/>
          <a:p>
            <a:r>
              <a:rPr lang="en-AU" dirty="0"/>
              <a:t>Title of your work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3393951" y="5233069"/>
            <a:ext cx="5570537" cy="28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r">
              <a:buClr>
                <a:srgbClr val="0098DB"/>
              </a:buClr>
              <a:buFont typeface="Arial" charset="0"/>
              <a:buNone/>
            </a:pPr>
            <a:r>
              <a:rPr lang="en-US" sz="1400" b="1" dirty="0">
                <a:solidFill>
                  <a:srgbClr val="000000"/>
                </a:solidFill>
              </a:rPr>
              <a:t>Your name</a:t>
            </a:r>
            <a:endParaRPr lang="en-US" sz="1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576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ADD TEXT HERE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308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AU" dirty="0"/>
          </a:p>
          <a:p>
            <a:r>
              <a:rPr lang="en-AU" dirty="0"/>
              <a:t>ADD TEXT HERE</a:t>
            </a:r>
          </a:p>
          <a:p>
            <a:endParaRPr lang="en-AU" dirty="0"/>
          </a:p>
          <a:p>
            <a:r>
              <a:rPr lang="en-AU" dirty="0"/>
              <a:t>ADD MORE TEXT HERE</a:t>
            </a:r>
            <a:endParaRPr lang="en-US" dirty="0"/>
          </a:p>
          <a:p>
            <a:pPr lvl="1"/>
            <a:r>
              <a:rPr lang="en-AU" dirty="0"/>
              <a:t>ADD EVEN MORE TEXT HERE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612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PUT YOUR TITLE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4</a:t>
            </a:fld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1357313"/>
            <a:ext cx="3529087" cy="5095875"/>
          </a:xfrm>
        </p:spPr>
        <p:txBody>
          <a:bodyPr/>
          <a:lstStyle/>
          <a:p>
            <a:endParaRPr lang="en-AU" dirty="0"/>
          </a:p>
          <a:p>
            <a:r>
              <a:rPr lang="en-AU" dirty="0"/>
              <a:t>This slide has space on the right for a diagram or two</a:t>
            </a:r>
          </a:p>
          <a:p>
            <a:endParaRPr lang="en-AU" dirty="0"/>
          </a:p>
          <a:p>
            <a:r>
              <a:rPr lang="en-AU" dirty="0"/>
              <a:t>ADD TEXT HERE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ADD MORE TEXT HERE</a:t>
            </a:r>
          </a:p>
        </p:txBody>
      </p:sp>
    </p:spTree>
    <p:extLst>
      <p:ext uri="{BB962C8B-B14F-4D97-AF65-F5344CB8AC3E}">
        <p14:creationId xmlns:p14="http://schemas.microsoft.com/office/powerpoint/2010/main" val="1079194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BLANK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5</a:t>
            </a:fld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2CFE8E-0CAC-71CB-922A-2C4B76F35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65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A TITLE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6</a:t>
            </a:fld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EA5A8-F245-9AB0-51E7-4394D000C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40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PUT YOUR CONTENT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95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/>
              <a:t>THIS SLIDE IS JUST A SUGGESTION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18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7200" dirty="0"/>
              <a:t>THANK YOU</a:t>
            </a:r>
          </a:p>
          <a:p>
            <a:pPr marL="0" indent="0" algn="ctr">
              <a:buNone/>
            </a:pPr>
            <a:r>
              <a:rPr lang="en-US" sz="4400" dirty="0"/>
              <a:t>Questions?</a:t>
            </a:r>
          </a:p>
          <a:p>
            <a:pPr marL="0" indent="0" algn="ctr">
              <a:buNone/>
            </a:pPr>
            <a:r>
              <a:rPr lang="en-US" sz="4400" dirty="0"/>
              <a:t>(do not copy these words!)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761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PUT YOUR ACKNOLEDGEMENTS HERE IF REQUIRED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5C958E-F62C-4427-BED2-9F2AD66C62E6}" type="slidenum">
              <a:rPr lang="en-AU" smtClean="0"/>
              <a:pPr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672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8_UNIS Master">
  <a:themeElements>
    <a:clrScheme name="8_UNIS Master 1">
      <a:dk1>
        <a:srgbClr val="000000"/>
      </a:dk1>
      <a:lt1>
        <a:srgbClr val="FFFFFF"/>
      </a:lt1>
      <a:dk2>
        <a:srgbClr val="12416C"/>
      </a:dk2>
      <a:lt2>
        <a:srgbClr val="F9B72C"/>
      </a:lt2>
      <a:accent1>
        <a:srgbClr val="0098DB"/>
      </a:accent1>
      <a:accent2>
        <a:srgbClr val="40B2E4"/>
      </a:accent2>
      <a:accent3>
        <a:srgbClr val="FFFFFF"/>
      </a:accent3>
      <a:accent4>
        <a:srgbClr val="000000"/>
      </a:accent4>
      <a:accent5>
        <a:srgbClr val="AACAEA"/>
      </a:accent5>
      <a:accent6>
        <a:srgbClr val="39A1CF"/>
      </a:accent6>
      <a:hlink>
        <a:srgbClr val="0000FF"/>
      </a:hlink>
      <a:folHlink>
        <a:srgbClr val="0000FF"/>
      </a:folHlink>
    </a:clrScheme>
    <a:fontScheme name="8_UNIS Master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8_UNIS Master 1">
        <a:dk1>
          <a:srgbClr val="000000"/>
        </a:dk1>
        <a:lt1>
          <a:srgbClr val="FFFFFF"/>
        </a:lt1>
        <a:dk2>
          <a:srgbClr val="12416C"/>
        </a:dk2>
        <a:lt2>
          <a:srgbClr val="F9B72C"/>
        </a:lt2>
        <a:accent1>
          <a:srgbClr val="0098DB"/>
        </a:accent1>
        <a:accent2>
          <a:srgbClr val="40B2E4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39A1CF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0_UNIS Master">
  <a:themeElements>
    <a:clrScheme name="10_UNIS Master 1">
      <a:dk1>
        <a:srgbClr val="000000"/>
      </a:dk1>
      <a:lt1>
        <a:srgbClr val="FFFFFF"/>
      </a:lt1>
      <a:dk2>
        <a:srgbClr val="12416C"/>
      </a:dk2>
      <a:lt2>
        <a:srgbClr val="F9B72C"/>
      </a:lt2>
      <a:accent1>
        <a:srgbClr val="0098DB"/>
      </a:accent1>
      <a:accent2>
        <a:srgbClr val="40B2E4"/>
      </a:accent2>
      <a:accent3>
        <a:srgbClr val="FFFFFF"/>
      </a:accent3>
      <a:accent4>
        <a:srgbClr val="000000"/>
      </a:accent4>
      <a:accent5>
        <a:srgbClr val="AACAEA"/>
      </a:accent5>
      <a:accent6>
        <a:srgbClr val="39A1CF"/>
      </a:accent6>
      <a:hlink>
        <a:srgbClr val="0000FF"/>
      </a:hlink>
      <a:folHlink>
        <a:srgbClr val="0000FF"/>
      </a:folHlink>
    </a:clrScheme>
    <a:fontScheme name="10_UNIS Master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0_UNIS Master 1">
        <a:dk1>
          <a:srgbClr val="000000"/>
        </a:dk1>
        <a:lt1>
          <a:srgbClr val="FFFFFF"/>
        </a:lt1>
        <a:dk2>
          <a:srgbClr val="12416C"/>
        </a:dk2>
        <a:lt2>
          <a:srgbClr val="F9B72C"/>
        </a:lt2>
        <a:accent1>
          <a:srgbClr val="0098DB"/>
        </a:accent1>
        <a:accent2>
          <a:srgbClr val="40B2E4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39A1CF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3_UNIS Master">
  <a:themeElements>
    <a:clrScheme name="13_UNIS Master 1">
      <a:dk1>
        <a:srgbClr val="000000"/>
      </a:dk1>
      <a:lt1>
        <a:srgbClr val="FFFFFF"/>
      </a:lt1>
      <a:dk2>
        <a:srgbClr val="12416C"/>
      </a:dk2>
      <a:lt2>
        <a:srgbClr val="F9B72C"/>
      </a:lt2>
      <a:accent1>
        <a:srgbClr val="0098DB"/>
      </a:accent1>
      <a:accent2>
        <a:srgbClr val="40B2E4"/>
      </a:accent2>
      <a:accent3>
        <a:srgbClr val="FFFFFF"/>
      </a:accent3>
      <a:accent4>
        <a:srgbClr val="000000"/>
      </a:accent4>
      <a:accent5>
        <a:srgbClr val="AACAEA"/>
      </a:accent5>
      <a:accent6>
        <a:srgbClr val="39A1CF"/>
      </a:accent6>
      <a:hlink>
        <a:srgbClr val="0000FF"/>
      </a:hlink>
      <a:folHlink>
        <a:srgbClr val="0000FF"/>
      </a:folHlink>
    </a:clrScheme>
    <a:fontScheme name="13_UNIS Master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3_UNIS Master 1">
        <a:dk1>
          <a:srgbClr val="000000"/>
        </a:dk1>
        <a:lt1>
          <a:srgbClr val="FFFFFF"/>
        </a:lt1>
        <a:dk2>
          <a:srgbClr val="12416C"/>
        </a:dk2>
        <a:lt2>
          <a:srgbClr val="F9B72C"/>
        </a:lt2>
        <a:accent1>
          <a:srgbClr val="0098DB"/>
        </a:accent1>
        <a:accent2>
          <a:srgbClr val="40B2E4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39A1CF"/>
        </a:accent6>
        <a:hlink>
          <a:srgbClr val="0000FF"/>
        </a:hlink>
        <a:folHlink>
          <a:srgbClr val="0000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5195</TotalTime>
  <Words>93</Words>
  <Application>Microsoft Macintosh PowerPoint</Application>
  <PresentationFormat>On-screen Show (4:3)</PresentationFormat>
  <Paragraphs>46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8_UNIS Master</vt:lpstr>
      <vt:lpstr>10_UNIS Master</vt:lpstr>
      <vt:lpstr>13_UNIS Master</vt:lpstr>
      <vt:lpstr>Title of your work</vt:lpstr>
      <vt:lpstr>Outline</vt:lpstr>
      <vt:lpstr>Introduction</vt:lpstr>
      <vt:lpstr>PUT YOUR TITLE HERE</vt:lpstr>
      <vt:lpstr>BLANK SLIDE</vt:lpstr>
      <vt:lpstr>PUT A TITLE HERE</vt:lpstr>
      <vt:lpstr>Conclusion</vt:lpstr>
      <vt:lpstr>Future Directions</vt:lpstr>
      <vt:lpstr>PowerPoint Presentation</vt:lpstr>
      <vt:lpstr>Acknowledgements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INFO4990/5993</dc:subject>
  <dc:creator/>
  <cp:keywords/>
  <dc:description/>
  <cp:lastModifiedBy>James Phung</cp:lastModifiedBy>
  <cp:revision>593</cp:revision>
  <dcterms:created xsi:type="dcterms:W3CDTF">2010-09-21T23:48:57Z</dcterms:created>
  <dcterms:modified xsi:type="dcterms:W3CDTF">2025-05-08T07:50:18Z</dcterms:modified>
  <cp:category/>
</cp:coreProperties>
</file>